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6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432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2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7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5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2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1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5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1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4959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9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66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31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28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77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 dirty="0" smtClean="0">
                <a:solidFill>
                  <a:schemeClr val="tx1">
                    <a:lumMod val="95000"/>
                  </a:schemeClr>
                </a:solidFill>
              </a:rPr>
              <a:t>ML PROJECT PRESENTATION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en-US" sz="20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Amazon Product Rating Predictor Using Machine Learning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en-US" sz="20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95000"/>
                  </a:schemeClr>
                </a:solidFill>
              </a:rPr>
              <a:t>Course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: Machine Learning</a:t>
            </a:r>
            <a:br>
              <a:rPr lang="en-US" sz="20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Project Type: Predictive </a:t>
            </a:r>
            <a:r>
              <a:rPr lang="en-US" sz="2000" dirty="0" smtClean="0">
                <a:solidFill>
                  <a:schemeClr val="tx1">
                    <a:lumMod val="95000"/>
                  </a:schemeClr>
                </a:solidFill>
              </a:rPr>
              <a:t>Analytics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BY: FATIMAH ISHTIAQ</a:t>
            </a: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FA23-BBD-043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56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>
                <a:solidFill>
                  <a:srgbClr val="00B050"/>
                </a:solidFill>
                <a:latin typeface="Agency FB" panose="020B0503020202020204" pitchFamily="34" charset="0"/>
              </a:rPr>
              <a:t>Introduction</a:t>
            </a:r>
            <a:r>
              <a:rPr lang="en-US" b="1" dirty="0" smtClean="0">
                <a:solidFill>
                  <a:srgbClr val="00B050"/>
                </a:solidFill>
                <a:latin typeface="Agency FB" panose="020B0503020202020204" pitchFamily="34" charset="0"/>
              </a:rPr>
              <a:t>:</a:t>
            </a:r>
            <a:endParaRPr b="1" dirty="0">
              <a:solidFill>
                <a:srgbClr val="00B05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shopping platforms like 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Amazon</a:t>
            </a:r>
            <a:r>
              <a:rPr lang="en-US" dirty="0"/>
              <a:t> rely heavily on product ratings to influence customer decisions.</a:t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Accurate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 ratings </a:t>
            </a:r>
            <a:r>
              <a:rPr lang="en-US" dirty="0"/>
              <a:t>help customers trust products and help sellers improve performance.</a:t>
            </a:r>
            <a:br>
              <a:rPr lang="en-US" dirty="0"/>
            </a:br>
            <a:r>
              <a:rPr lang="en-US" dirty="0"/>
              <a:t>This project uses Machine Learning to predict product ratings based on historical data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  <a:latin typeface="Agency FB" panose="020B0503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24001"/>
            <a:ext cx="6711654" cy="472440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Amazon hosts millions of products with thousands of customer reviews.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Manually analyzing reviews and ratings is time-consuming and inefficient.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Inaccurate or delayed rating insights can negatively impact customer trust and sales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en-US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Therefore, there is a need for an automated system that can predict product ratings accurately using Machine Learning techniques.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40" y="1392525"/>
            <a:ext cx="6711654" cy="4195481"/>
          </a:xfrm>
        </p:spPr>
        <p:txBody>
          <a:bodyPr/>
          <a:lstStyle/>
          <a:p>
            <a:r>
              <a:rPr dirty="0"/>
              <a:t>Historical sales dataset</a:t>
            </a:r>
          </a:p>
          <a:p>
            <a:r>
              <a:rPr dirty="0"/>
              <a:t>Includes features like time, sales values, and trends</a:t>
            </a:r>
          </a:p>
          <a:p>
            <a:r>
              <a:rPr dirty="0"/>
              <a:t>Data used for training and testing the model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The dataset consists of Amazon product information and customer reviews.</a:t>
            </a:r>
            <a:br>
              <a:rPr lang="en-US" dirty="0"/>
            </a:br>
            <a:r>
              <a:rPr lang="en-US" dirty="0"/>
              <a:t>It includes features such as product ratings, review text, and product attributes.</a:t>
            </a:r>
            <a:br>
              <a:rPr lang="en-US" dirty="0"/>
            </a:br>
            <a:r>
              <a:rPr lang="en-US" dirty="0"/>
              <a:t>The dataset is divided into training and testing sets for model evaluation.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70" y="1853248"/>
            <a:ext cx="7055380" cy="1400530"/>
          </a:xfrm>
        </p:spPr>
        <p:txBody>
          <a:bodyPr/>
          <a:lstStyle/>
          <a:p>
            <a:r>
              <a:rPr sz="4800" dirty="0">
                <a:solidFill>
                  <a:srgbClr val="0070C0"/>
                </a:solidFill>
                <a:latin typeface="Agency FB" panose="020B0503020202020204" pitchFamily="34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6320" y="1341120"/>
            <a:ext cx="4500880" cy="4907287"/>
          </a:xfrm>
        </p:spPr>
        <p:txBody>
          <a:bodyPr/>
          <a:lstStyle/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Data Collection</a:t>
            </a:r>
          </a:p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Data Preprocessing</a:t>
            </a:r>
          </a:p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Train-Test Split</a:t>
            </a:r>
          </a:p>
          <a:p>
            <a:r>
              <a:rPr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Machine Learning Model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590" y="427916"/>
            <a:ext cx="7055380" cy="1400530"/>
          </a:xfrm>
        </p:spPr>
        <p:txBody>
          <a:bodyPr/>
          <a:lstStyle/>
          <a:p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en-US" sz="1800" b="1" dirty="0"/>
              <a:t/>
            </a:r>
            <a:br>
              <a:rPr lang="en-US" sz="1800" b="1" dirty="0"/>
            </a:br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en-US" sz="3600" b="1" dirty="0" smtClean="0">
                <a:solidFill>
                  <a:srgbClr val="92D050"/>
                </a:solidFill>
              </a:rPr>
              <a:t>Feature </a:t>
            </a:r>
            <a:r>
              <a:rPr lang="en-US" sz="3600" b="1" dirty="0">
                <a:solidFill>
                  <a:srgbClr val="92D050"/>
                </a:solidFill>
              </a:rPr>
              <a:t>Engineering</a:t>
            </a:r>
            <a:r>
              <a:rPr lang="en-US" sz="1800" b="1" dirty="0"/>
              <a:t/>
            </a:r>
            <a:br>
              <a:rPr lang="en-US" sz="18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5940" y="1575405"/>
            <a:ext cx="6711654" cy="4195481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Important features were extracted from the dataset such as:</a:t>
            </a:r>
          </a:p>
          <a:p>
            <a:r>
              <a:rPr lang="en-US" dirty="0"/>
              <a:t>Review sentiment</a:t>
            </a:r>
          </a:p>
          <a:p>
            <a:r>
              <a:rPr lang="en-US" dirty="0"/>
              <a:t>Number of reviews</a:t>
            </a:r>
          </a:p>
          <a:p>
            <a:r>
              <a:rPr lang="en-US" dirty="0"/>
              <a:t>Average past ratings</a:t>
            </a:r>
          </a:p>
          <a:p>
            <a:r>
              <a:rPr lang="en-US" dirty="0"/>
              <a:t>Product-related attributes</a:t>
            </a:r>
            <a:br>
              <a:rPr lang="en-US" dirty="0"/>
            </a:br>
            <a:r>
              <a:rPr lang="en-US" dirty="0"/>
              <a:t>Feature engineering helps the model learn meaningful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30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838798"/>
            <a:ext cx="7055380" cy="140053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  <a:latin typeface="Agency FB" panose="020B0503020202020204" pitchFamily="34" charset="0"/>
              </a:rP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Regression-based model used for sales prediction</a:t>
            </a:r>
          </a:p>
          <a:p>
            <a:r>
              <a:rPr dirty="0"/>
              <a:t>Model learns patterns from historical sales data</a:t>
            </a:r>
          </a:p>
          <a:p>
            <a:r>
              <a:rPr dirty="0"/>
              <a:t>Evaluated using accuracy </a:t>
            </a:r>
            <a:r>
              <a:rPr dirty="0" smtClean="0"/>
              <a:t>metrics</a:t>
            </a:r>
            <a:endParaRPr lang="en-US" dirty="0" smtClean="0"/>
          </a:p>
          <a:p>
            <a:r>
              <a:rPr lang="en-US" dirty="0"/>
              <a:t>A Machine Learning model was trained to predict product ratings.</a:t>
            </a:r>
            <a:br>
              <a:rPr lang="en-US" dirty="0"/>
            </a:br>
            <a:r>
              <a:rPr lang="en-US" dirty="0"/>
              <a:t>The model learns relationships between product features and ratings.</a:t>
            </a:r>
            <a:br>
              <a:rPr lang="en-US" dirty="0"/>
            </a:br>
            <a:r>
              <a:rPr lang="en-US" dirty="0"/>
              <a:t>Regression or classification techniques were applied depending on the dataset structure.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73" y="645758"/>
            <a:ext cx="7055380" cy="1400530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555085"/>
            <a:ext cx="6711654" cy="4195481"/>
          </a:xfrm>
        </p:spPr>
        <p:txBody>
          <a:bodyPr/>
          <a:lstStyle/>
          <a:p>
            <a:r>
              <a:rPr lang="en-US" dirty="0"/>
              <a:t>The predicted ratings closely match actual product ratings.</a:t>
            </a:r>
            <a:br>
              <a:rPr lang="en-US" dirty="0"/>
            </a:br>
            <a:r>
              <a:rPr lang="en-US" dirty="0"/>
              <a:t>The model performs well on test data.</a:t>
            </a:r>
            <a:br>
              <a:rPr lang="en-US" dirty="0"/>
            </a:br>
            <a:r>
              <a:rPr lang="en-US" dirty="0"/>
              <a:t>Results show that Machine Learning can effectively predict Amazon product ratings.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rgbClr val="FFC000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940" y="1504285"/>
            <a:ext cx="6711654" cy="4195481"/>
          </a:xfrm>
        </p:spPr>
        <p:txBody>
          <a:bodyPr/>
          <a:lstStyle/>
          <a:p>
            <a:r>
              <a:rPr dirty="0"/>
              <a:t>Machine Learning can effectively predict </a:t>
            </a:r>
            <a:r>
              <a:rPr lang="en-US" dirty="0" smtClean="0">
                <a:solidFill>
                  <a:srgbClr val="FFC000"/>
                </a:solidFill>
              </a:rPr>
              <a:t>ratings</a:t>
            </a:r>
            <a:endParaRPr dirty="0">
              <a:solidFill>
                <a:srgbClr val="FFC000"/>
              </a:solidFill>
            </a:endParaRPr>
          </a:p>
          <a:p>
            <a:r>
              <a:rPr lang="en-US" dirty="0" smtClean="0"/>
              <a:t>The model</a:t>
            </a:r>
            <a:r>
              <a:rPr dirty="0" smtClean="0"/>
              <a:t> </a:t>
            </a:r>
            <a:r>
              <a:rPr dirty="0"/>
              <a:t>can be improved with more data</a:t>
            </a:r>
          </a:p>
          <a:p>
            <a:r>
              <a:rPr dirty="0"/>
              <a:t>Useful for business </a:t>
            </a:r>
            <a:r>
              <a:rPr lang="en-US" dirty="0" smtClean="0">
                <a:solidFill>
                  <a:srgbClr val="FFC000"/>
                </a:solidFill>
              </a:rPr>
              <a:t>planning</a:t>
            </a:r>
          </a:p>
          <a:p>
            <a:r>
              <a:rPr lang="en-US" dirty="0"/>
              <a:t>The project demonstrates that Machine Learning can accurately predict product ratings.</a:t>
            </a:r>
            <a:br>
              <a:rPr lang="en-US" dirty="0"/>
            </a:br>
            <a:r>
              <a:rPr lang="en-US" dirty="0"/>
              <a:t>Automated rating </a:t>
            </a:r>
            <a:r>
              <a:rPr lang="en-US" dirty="0">
                <a:solidFill>
                  <a:srgbClr val="FFC000"/>
                </a:solidFill>
              </a:rPr>
              <a:t>prediction saves time </a:t>
            </a:r>
            <a:r>
              <a:rPr lang="en-US" dirty="0"/>
              <a:t>and improves </a:t>
            </a:r>
            <a:r>
              <a:rPr lang="en-US" dirty="0">
                <a:solidFill>
                  <a:srgbClr val="FFC000"/>
                </a:solidFill>
              </a:rPr>
              <a:t>decision-making.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system benefits both customers and sellers on e-commerce platforms.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2346" y="1555085"/>
            <a:ext cx="6711654" cy="4195481"/>
          </a:xfrm>
        </p:spPr>
        <p:txBody>
          <a:bodyPr/>
          <a:lstStyle/>
          <a:p>
            <a:r>
              <a:rPr dirty="0"/>
              <a:t>Use advanced ML models</a:t>
            </a:r>
          </a:p>
          <a:p>
            <a:r>
              <a:rPr dirty="0"/>
              <a:t>Include more features like marketing and seasonal </a:t>
            </a:r>
            <a:r>
              <a:rPr dirty="0" smtClean="0"/>
              <a:t>data</a:t>
            </a:r>
            <a:endParaRPr lang="en-US" dirty="0" smtClean="0"/>
          </a:p>
          <a:p>
            <a:pPr lvl="0"/>
            <a:r>
              <a:rPr lang="en-US" altLang="en-US" dirty="0">
                <a:latin typeface="+mn-lt"/>
              </a:rPr>
              <a:t>Improve accuracy using larger </a:t>
            </a:r>
            <a:r>
              <a:rPr lang="en-US" altLang="en-US" dirty="0" smtClean="0">
                <a:latin typeface="+mn-lt"/>
              </a:rPr>
              <a:t>datasets</a:t>
            </a:r>
          </a:p>
          <a:p>
            <a:pPr lvl="0"/>
            <a:r>
              <a:rPr lang="en-US" dirty="0"/>
              <a:t>Use advanced models such as LSTM or BERT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</a:t>
            </a:r>
            <a:r>
              <a:rPr dirty="0">
                <a:solidFill>
                  <a:schemeClr val="accent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hank </a:t>
            </a: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you for your time.</a:t>
            </a:r>
            <a:endParaRPr dirty="0">
              <a:solidFill>
                <a:schemeClr val="accent2">
                  <a:lumMod val="20000"/>
                  <a:lumOff val="80000"/>
                </a:schemeClr>
              </a:solidFill>
              <a:latin typeface="Algerian" panose="04020705040A02060702" pitchFamily="82" charset="0"/>
            </a:endParaRPr>
          </a:p>
          <a:p>
            <a:endParaRPr dirty="0">
              <a:solidFill>
                <a:schemeClr val="accent2">
                  <a:lumMod val="20000"/>
                  <a:lumOff val="80000"/>
                </a:schemeClr>
              </a:solidFill>
              <a:latin typeface="Algerian" panose="04020705040A02060702" pitchFamily="82" charset="0"/>
            </a:endParaRPr>
          </a:p>
          <a:p>
            <a:r>
              <a:rPr dirty="0">
                <a:solidFill>
                  <a:schemeClr val="accent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213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Agency FB</vt:lpstr>
      <vt:lpstr>Algerian</vt:lpstr>
      <vt:lpstr>Arial</vt:lpstr>
      <vt:lpstr>Century Gothic</vt:lpstr>
      <vt:lpstr>Wingdings 3</vt:lpstr>
      <vt:lpstr>Ion</vt:lpstr>
      <vt:lpstr>ML PROJECT PRESENTATION Amazon Product Rating Predictor Using Machine Learning Course: Machine Learning Project Type: Predictive Analytics </vt:lpstr>
      <vt:lpstr>Introduction:</vt:lpstr>
      <vt:lpstr>Problem Statement</vt:lpstr>
      <vt:lpstr>Dataset Description</vt:lpstr>
      <vt:lpstr>Methodology</vt:lpstr>
      <vt:lpstr>   Feature Engineering </vt:lpstr>
      <vt:lpstr>Machine Learning Model</vt:lpstr>
      <vt:lpstr>Results</vt:lpstr>
      <vt:lpstr>Conclusion</vt:lpstr>
      <vt:lpstr>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Prediction using Machine Learning  By : Fatimah Ishtiaq</dc:title>
  <dc:subject/>
  <dc:creator>Fatima</dc:creator>
  <cp:keywords/>
  <dc:description>generated using python-pptx</dc:description>
  <cp:lastModifiedBy>Fatima</cp:lastModifiedBy>
  <cp:revision>7</cp:revision>
  <dcterms:created xsi:type="dcterms:W3CDTF">2013-01-27T09:14:16Z</dcterms:created>
  <dcterms:modified xsi:type="dcterms:W3CDTF">2025-12-15T07:47:09Z</dcterms:modified>
  <cp:category/>
</cp:coreProperties>
</file>